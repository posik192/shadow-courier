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SHADOW COURIER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AA0A6"/>
                </a:solidFill>
                <a:latin typeface="Verdana"/>
              </a:rPr>
              <a:t>2D stealth / puzzle spēle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>Autors: Roberts Justs, P25-2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>Tu esi slepens kurjers noliktavā. Aiznes paketi līdz izejai -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>neviens sargs nedrīkst tevi pamanīt.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E8E3D3"/>
                </a:solidFill>
                <a:latin typeface="Verdana"/>
              </a:rPr>
              <a:t>Pygame (spēle) + FastAPI un SQLite (serveris) + Jinja (mājaslapa)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Kā spēlē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AA0A6"/>
                </a:solidFill>
                <a:latin typeface="Verdana"/>
              </a:rPr>
              <a:t>3 līmeņi ar pieaugošu grūtību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W A S D vai bultiņas - kustēties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E - paņemt atslēgu / paketi, atvērt durvis, paslēpties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SPACE - izslēgt tuvāko lampu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P vai ESC - pauze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Mērķis: atrodi atslēgu, paņem paketi un aiznes līdz izejai.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Monētas dod punktus, trauksmes samazina vērtējumu (S/A/B/C).</a:t>
            </a:r>
          </a:p>
        </p:txBody>
      </p:sp>
      <p:pic>
        <p:nvPicPr>
          <p:cNvPr id="6" name="Picture 5" descr="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37360"/>
            <a:ext cx="5760720" cy="440055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1. mehānika: gaismas briesmas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AA0A6"/>
                </a:solidFill>
                <a:latin typeface="Verdana"/>
              </a:rPr>
              <a:t>Gaismā ilgi stāvēt nedrīkst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Kartē ir tumša, ceļu apgaismo sienas lampas.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Stāvot lampas gaismā, EXPOSURE josla pieaug.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Ja josla piepildās (0.8 s, grūtākajos līmeņos 0.7 un 0.6 s),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sargi pamana un skrien uz pēdējo redzēto vietu.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Ēnā un slēptuvēs (skapīši) kurjers ir drošs.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Tātad jādomā maršruts: kur var paiet, kur jāgaida tumsā.</a:t>
            </a:r>
          </a:p>
        </p:txBody>
      </p:sp>
      <p:pic>
        <p:nvPicPr>
          <p:cNvPr id="6" name="Picture 5" descr="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5760720" cy="440055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  <p:pic>
        <p:nvPicPr>
          <p:cNvPr id="7" name="Picture 6" descr="hud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6053328"/>
            <a:ext cx="5760720" cy="56007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2. mehānika: lampu izslēgšana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AA0A6"/>
                </a:solidFill>
                <a:latin typeface="Verdana"/>
              </a:rPr>
              <a:t>SPACE dod 5 sekundes tumsas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Ar SPACE izslēdz tuvāko lampu - tās gaisma pazūd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un kurjers vairs nav redzams tās zonā.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Lampa pati iedegas atpakaļ pēc 5 s,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bet slēdzis uzlādējas 8 s - nevar spamot.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Tāpēc jāplāno: kuru lampu izslēgt un kad,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E3D3"/>
                </a:solidFill>
                <a:latin typeface="Verdana"/>
              </a:rPr>
              <a:t>lai paspētu paņemt atslēgu vai paketi un aizbēgt.</a:t>
            </a:r>
          </a:p>
        </p:txBody>
      </p:sp>
      <p:pic>
        <p:nvPicPr>
          <p:cNvPr id="6" name="Picture 5" descr="lev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5760720" cy="440055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  <p:pic>
        <p:nvPicPr>
          <p:cNvPr id="7" name="Picture 6" descr="hud_cool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6053328"/>
            <a:ext cx="5760720" cy="56007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Serveris un mājaslapa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AA0A6"/>
                </a:solidFill>
                <a:latin typeface="Verdana"/>
              </a:rPr>
              <a:t>FastAPI + SQLite + Jinja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Spēles beigās rezultats aiziet uz serveri (POST /scores).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Reģistrācija un login: parole glabājas kā hash,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rekordus var sūtīt tikai ar tokenu.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Līmeņu progress saglabājas pie konta - ienākot atpakaļ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atbloķētie līmeņi paliek.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Serveris pats atdod mājaslapu ar līderu tabulu.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3D3"/>
                </a:solidFill>
                <a:latin typeface="Verdana"/>
              </a:rPr>
              <a:t>Papildus: lapa strādā arī internetā (Render).</a:t>
            </a:r>
          </a:p>
        </p:txBody>
      </p:sp>
      <p:pic>
        <p:nvPicPr>
          <p:cNvPr id="6" name="Picture 5" descr="web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37760" cy="3142211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  <p:pic>
        <p:nvPicPr>
          <p:cNvPr id="7" name="Picture 6" descr="web_doc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937760"/>
            <a:ext cx="4937760" cy="2109770"/>
          </a:xfrm>
          <a:prstGeom prst="rect">
            <a:avLst/>
          </a:prstGeom>
          <a:ln w="19050">
            <a:solidFill>
              <a:srgbClr val="2A313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B93C"/>
                </a:solidFill>
                <a:latin typeface="Verdana"/>
              </a:rPr>
              <a:t>Grūtākais un kā to atrisināju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2926080" cy="38100"/>
          </a:xfrm>
          <a:prstGeom prst="rect">
            <a:avLst/>
          </a:prstGeom>
          <a:solidFill>
            <a:srgbClr val="E8B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1. Sargu uzvedība. Vienkārša patruļa bija paredzama.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Tāpēc sargiem ir 5 stāvokļi: patruļa, trauksme, meklēšana,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brīdinājums ar lukturi un dzīšanās. Ceļu atrod ar BFS,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tāpēc neiet caur sienām un neiestrēgst.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2. Gaisma nedrīkst spīdēt caur sienām.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Katru lampu piestiprināju sienai ar savu virzienu,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gaisma ir sektors + redzeslīnijas pārbaude.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Vienam un tam pašam aprēķinam ir gan zīmējums, gan EXPOSURE,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8E3D3"/>
                </a:solidFill>
                <a:latin typeface="Verdana"/>
              </a:rPr>
              <a:t>tāpēc tas, ko redzi, ir tieši tas, kas tevi noķer.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E8E3D3"/>
                </a:solidFill>
                <a:latin typeface="Verdana"/>
              </a:rPr>
              <a:t>github.com/Posik192/Shadow-Courier   |   shadow-courier.onrender.com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